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6922008" cy="1097280"/>
          </a:xfrm>
          <a:prstGeom prst="roundRect">
            <a:avLst/>
          </a:prstGeom>
          <a:solidFill>
            <a:srgbClr val="27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000">
                <a:solidFill>
                  <a:srgbClr val="FFFFFF"/>
                </a:solidFill>
              </a:defRPr>
            </a:pPr>
            <a:r>
              <a:t>駒ヶ根AI実践シェア会（仮）</a:t>
            </a:r>
          </a:p>
          <a:p>
            <a:pPr algn="ctr">
              <a:defRPr sz="1500">
                <a:solidFill>
                  <a:srgbClr val="F0FFFA"/>
                </a:solidFill>
              </a:defRPr>
            </a:pPr>
            <a:r>
              <a:t>成果より、まず「やってみた」を持ち寄る会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00200"/>
            <a:ext cx="6720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03030"/>
                </a:solidFill>
              </a:defRPr>
            </a:pPr>
            <a:r>
              <a:t>AIに興味のある人が、いま試していること・うまくいったこと・つまずいていることを持ち寄って、互いに補い合う地域の勉強会です。</a:t>
            </a:r>
          </a:p>
          <a:p>
            <a:pPr>
              <a:defRPr b="1" sz="1400">
                <a:solidFill>
                  <a:srgbClr val="EE8461"/>
                </a:solidFill>
              </a:defRPr>
            </a:pPr>
            <a:r>
              <a:t>初心者歓迎・途中経過歓迎・失敗共有歓迎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83464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77A5D"/>
                </a:solidFill>
              </a:defRPr>
            </a:pPr>
            <a:r>
              <a:t>こんな会です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講師の一方通行ではなく、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参加者同士の横のつながりを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大切にするコミュニティ型の会です。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成果がまだ出ていない段階でも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気軽に参加できます。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283464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77A5D"/>
                </a:solidFill>
              </a:defRPr>
            </a:pPr>
            <a:r>
              <a:t>対象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・事業者（個人事業・中小企業）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・個人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・教育関係者 など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※AIに少しでも関心があればOK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800600"/>
            <a:ext cx="6720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77A5D"/>
                </a:solidFill>
              </a:defRPr>
            </a:pPr>
            <a:r>
              <a:t>初回のイメージ（90分）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1. チェックイン（最近試したこと）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2. ミニ共有（1人3〜5分）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3. 小グループで相談・情報交換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4. 次回までの「小さな実験」を決める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681228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77A5D"/>
                </a:solidFill>
              </a:defRPr>
            </a:pPr>
            <a:r>
              <a:t>この会で目指すこと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・地域内でAI活用の相談相手をつくる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・一人で悩まず、実践を継続しやすくする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・小さな取り組みを積み上げる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6812280"/>
            <a:ext cx="3246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77A5D"/>
                </a:solidFill>
              </a:defRPr>
            </a:pPr>
            <a:r>
              <a:t>場のルール（案）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・売り込み中心にしない（紹介はOK）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・相手のレベルを否定しない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・機密情報・個人情報は持ち込まない</a:t>
            </a:r>
          </a:p>
          <a:p>
            <a:pPr>
              <a:defRPr sz="1150">
                <a:solidFill>
                  <a:srgbClr val="303030"/>
                </a:solidFill>
              </a:defRPr>
            </a:pPr>
            <a:r>
              <a:t>・安心して話せる雰囲気を守る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8823960"/>
            <a:ext cx="6720840" cy="685800"/>
          </a:xfrm>
          <a:prstGeom prst="roundRect">
            <a:avLst/>
          </a:prstGeom>
          <a:solidFill>
            <a:srgbClr val="EE8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初心者歓迎・途中経過歓迎・失敗共有歓迎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646920"/>
            <a:ext cx="6720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協力：駒ヶ根商工会議所（予定）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