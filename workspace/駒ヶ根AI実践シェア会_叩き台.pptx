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1C5647"/>
                </a:solidFill>
              </a:rPr>
              <a:t>駒ヶ根AI実践シェア会（仮）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2D2D2D"/>
                </a:solidFill>
              </a:rPr>
              <a:t>成果より、まず「やってみた」を持ち寄る会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この会のねらい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AIに興味のある人が、実践途中を持ち寄って学び合う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初心者歓迎・途中経過歓迎・失敗共有歓迎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講師一方通行ではなく、参加者同士の横のつながりを作る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事業者（個人事業・中小企業）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個人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教育関係者 など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※AIに少しでも関心があればOK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初回のイメージ（90分）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1) チェックイン（最近試したこと）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2) ミニ共有（1人3〜5分）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3) 小グループで相談・情報交換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4) 次回までの「小さな実験」を決める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この会で目指すこと／場のルール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C5647"/>
                </a:solidFill>
              </a:defRPr>
            </a:pPr>
            <a:r>
              <a:t>目指すこと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地域内でAI活用の相談相手をつくる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一人で悩まず、実践を継続しやすくする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小さな取り組みを積み上げる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C5647"/>
                </a:solidFill>
              </a:defRPr>
            </a:pPr>
            <a:r>
              <a:t>場のルール（案）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売り込み中心にしない（紹介はOK）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相手のレベルを否定しない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機密情報・個人情報は持ち込まない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t>• 安心して話せる雰囲気を守る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商工会議所様へのご相談ポイント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会場のご提供（またはご紹介）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告知面でのご協力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開催にあたっての運営アドバイス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過去AI勉強会ご担当者様とのお取り次ぎ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運営方針（最小構成）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まずは実証的に1回開催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継続頻度は月1回以上を目標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成果発表会ではなく、実践の伴走コミュニティとして育てる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1) 初回候補日の選定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2) 募集文（SNS/メール）を作成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3) 申込フォーム準備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4) 当日進行（90分）を確定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