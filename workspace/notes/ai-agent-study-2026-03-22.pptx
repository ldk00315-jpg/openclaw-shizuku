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非エンジニア目線で考える</a:t>
            </a:r>
          </a:p>
          <a:p>
            <a:r>
              <a:t>AIエージェントの本質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有志参加AI勉強会（8分 / 10枚）</a:t>
            </a:r>
          </a:p>
          <a:p>
            <a:r>
              <a:t>2026-03-22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先に結論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AIエージェントの本質は『よく答えること』ではない</a:t>
            </a:r>
          </a:p>
          <a:p>
            <a:pPr/>
            <a:r>
              <a:t>本質は『仕事のループを閉じること』</a:t>
            </a:r>
          </a:p>
          <a:p>
            <a:pPr/>
            <a:r>
              <a:t>答えるAI → 完遂するAI への構造変化が起きている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話すポイント: 最初にゴールを示して、以降のスライドをこの軸で読む。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仕事のループとは何か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103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情報を受け取る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63240" y="2057400"/>
            <a:ext cx="457200" cy="457200"/>
          </a:xfrm>
          <a:prstGeom prst="rightArrow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2103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処理する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06440" y="2057400"/>
            <a:ext cx="457200" cy="457200"/>
          </a:xfrm>
          <a:prstGeom prst="rightArrow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103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保存・反映する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20" y="2057400"/>
            <a:ext cx="457200" cy="457200"/>
          </a:xfrm>
          <a:prstGeom prst="rightArrow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2103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次の処理へつなぐ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従来AIは③④で人間の手作業（コピペ・保存・反映）が必要で、ループが閉じなかった。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従来AIの制約（なぜ閉じなかったか）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制約A: インターフェース外に出られない</a:t>
            </a:r>
          </a:p>
          <a:p>
            <a:pPr lvl="1"/>
            <a:r>
              <a:t>→ 別アプリ反映は人間のコピペ前提</a:t>
            </a:r>
          </a:p>
          <a:p>
            <a:pPr/>
            <a:r>
              <a:t>制約B: ストレージ操作権限がない</a:t>
            </a:r>
          </a:p>
          <a:p>
            <a:pPr lvl="1"/>
            <a:r>
              <a:t>→ 作成/更新/削除をAI単独で実行できない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何が変わったか（3つの能力）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ストレージアクセス</a:t>
            </a:r>
          </a:p>
          <a:p>
            <a:pPr>
              <a:defRPr sz="1300"/>
            </a:pPr>
            <a:r>
              <a:t>読む / 書く / 更新 / 削除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PC・アプリ操作</a:t>
            </a:r>
          </a:p>
          <a:p>
            <a:pPr>
              <a:defRPr sz="1300"/>
            </a:pPr>
            <a:r>
              <a:t>ツール実行 / アプリ連携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Webアクセス・操作</a:t>
            </a:r>
          </a:p>
          <a:p>
            <a:pPr>
              <a:defRPr sz="1300"/>
            </a:pPr>
            <a:r>
              <a:t>取得 / 抽出 / 入力 / 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Before / After（体験ベース）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21208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Before（チャットAI中心）</a:t>
            </a:r>
          </a:p>
          <a:p>
            <a:pPr/>
            <a:r>
              <a:t>・回答を受け取る</a:t>
            </a:r>
          </a:p>
          <a:p>
            <a:pPr/>
            <a:r>
              <a:t>・人間がコピペ</a:t>
            </a:r>
          </a:p>
          <a:p>
            <a:pPr/>
            <a:r>
              <a:t>・保存先を決める</a:t>
            </a:r>
          </a:p>
          <a:p>
            <a:pPr/>
            <a:r>
              <a:t>・別アプリへ反映</a:t>
            </a:r>
          </a:p>
          <a:p>
            <a:pPr/>
            <a:r>
              <a:t>・またAIに戻る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521208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After（エージェントAI）</a:t>
            </a:r>
          </a:p>
          <a:p>
            <a:pPr/>
            <a:r>
              <a:t>・AIがファイルを直接操作</a:t>
            </a:r>
          </a:p>
          <a:p>
            <a:pPr/>
            <a:r>
              <a:t>・PC/アプリを連続操作</a:t>
            </a:r>
          </a:p>
          <a:p>
            <a:pPr/>
            <a:r>
              <a:t>・Webで取得→整理→反映</a:t>
            </a:r>
          </a:p>
          <a:p>
            <a:pPr/>
            <a:r>
              <a:t>・人間は確認と承認中心</a:t>
            </a:r>
          </a:p>
          <a:p>
            <a:pPr/>
            <a:r>
              <a:t>・ループがほぼ閉じる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実体験: しずく + OpenClaw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ローカルPCでファイル作成・編集・保存を連続実行</a:t>
            </a:r>
          </a:p>
          <a:p>
            <a:pPr/>
            <a:r>
              <a:t>ブラウザ操作で検索→抽出→報告まで自動化</a:t>
            </a:r>
          </a:p>
          <a:p>
            <a:pPr/>
            <a:r>
              <a:t>定期収集（為替/指標）をcron・heartbeatで自動運用</a:t>
            </a:r>
          </a:p>
          <a:p>
            <a:pPr/>
            <a:r>
              <a:t>人間は『指示・承認・最終判断』へ役割がシフト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非エンジニアにとっての課題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設定実装の難しさ（使える状態へ落とし込む）</a:t>
            </a:r>
          </a:p>
          <a:p>
            <a:pPr/>
            <a:r>
              <a:t>セキュリティ設計（権限とリスクのトレードオフ）</a:t>
            </a:r>
          </a:p>
          <a:p>
            <a:pPr/>
            <a:r>
              <a:t>便利にするほど攻撃面・誤操作リスクも増える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実践アプローチ（やさしい導入順）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段階1: 読み取り中心で開始（低リスク）</a:t>
            </a:r>
          </a:p>
          <a:p>
            <a:pPr/>
            <a:r>
              <a:t>段階2: 限定書き込みを許可（対象を明確化）</a:t>
            </a:r>
          </a:p>
          <a:p>
            <a:pPr/>
            <a:r>
              <a:t>段階3: 自動実行を導入（cron/heartbeat）</a:t>
            </a:r>
          </a:p>
          <a:p>
            <a:pPr/>
            <a:r>
              <a:t>常時: バックアップ・ログ・停止手段を先に用意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画期性は『IQ向上』だけでなく『I/Oと権限の進化』</a:t>
            </a:r>
          </a:p>
          <a:p>
            <a:pPr/>
            <a:r>
              <a:t>3能力（ストレージ・PC/アプリ・Web）でループが閉じる</a:t>
            </a:r>
          </a:p>
          <a:p>
            <a:pPr/>
            <a:r>
              <a:t>次の焦点は『非エンジニアでも安全に使える設計』</a:t>
            </a:r>
          </a:p>
          <a:p>
            <a:pPr/>
            <a:r>
              <a:t>一言: AIエージェントは“答える”から“やり切る”へ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