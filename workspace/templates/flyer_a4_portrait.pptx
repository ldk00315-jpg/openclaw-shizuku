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432000"/>
            <a:ext cx="6696000" cy="1800000"/>
          </a:xfrm>
          <a:prstGeom prst="rect">
            <a:avLst/>
          </a:prstGeom>
          <a:solidFill>
            <a:srgbClr val="E8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CJK JP"/>
                <a:ea typeface="Noto Sans CJK JP"/>
              </a:rPr>
              <a:t>{{title}}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{{subtitle}}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2000" y="2268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32000" y="2304000"/>
            <a:ext cx="6696000" cy="198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000" y="2484000"/>
            <a:ext cx="162000" cy="162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640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こんな会です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08000"/>
            <a:ext cx="6336000" cy="140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Noto Sans CJK JP"/>
                <a:ea typeface="Noto Sans CJK JP"/>
              </a:rPr>
              <a:t>{{about_text}}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2000" y="4320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2000" y="4356000"/>
            <a:ext cx="6696000" cy="1800000"/>
          </a:xfrm>
          <a:prstGeom prst="rect">
            <a:avLst/>
          </a:prstGeom>
          <a:solidFill>
            <a:srgbClr val="EA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44640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初回のイメージ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{{step1}}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4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2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4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{{step2}}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2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{{step3}}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0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8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0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{{step4}}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192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2000" y="6228000"/>
            <a:ext cx="6696000" cy="162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63720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この会で目指すこと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696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{{goal1}}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{{goal2}}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{{goal3}}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{{goal4}}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000" y="7884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32000" y="7920000"/>
            <a:ext cx="6696000" cy="126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8028000"/>
            <a:ext cx="6552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場のルール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8280000"/>
            <a:ext cx="6480000" cy="82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{{rule1}}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{{rule2}}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{{rule3}}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{{rule4}}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2000" y="9216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2000" y="9252000"/>
            <a:ext cx="6696000" cy="126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00" y="9432000"/>
            <a:ext cx="321408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主催：{{organizer}}</a:t>
            </a:r>
          </a:p>
          <a:p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協力：{{cooperation}}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920" y="9432000"/>
            <a:ext cx="294624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{{date_location}}</a:t>
            </a:r>
          </a:p>
          <a:p>
            <a:pPr algn="r"/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{{contact}}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