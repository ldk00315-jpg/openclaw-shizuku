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4000" y="2088000"/>
            <a:ext cx="8964000" cy="10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Noto Sans CJK JP"/>
                <a:ea typeface="Noto Sans CJK JP"/>
              </a:rPr>
              <a:t>{{title_1}}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3312000"/>
            <a:ext cx="8964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E0E0E0"/>
                </a:solidFill>
                <a:latin typeface="Noto Sans CJK JP"/>
                <a:ea typeface="Noto Sans CJK JP"/>
              </a:rPr>
              <a:t>{{subtitle_1}}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4248000"/>
            <a:ext cx="8964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00D4FF"/>
                </a:solidFill>
                <a:latin typeface="Noto Sans CJK JP"/>
                <a:ea typeface="Noto Sans CJK JP"/>
              </a:rPr>
              <a:t>{{date_1}}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{{slide_no_1}}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504000"/>
            <a:ext cx="792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CJK JP"/>
                <a:ea typeface="Noto Sans CJK JP"/>
              </a:rPr>
              <a:t>{{title_2}}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800000"/>
            <a:ext cx="9396000" cy="3060000"/>
          </a:xfrm>
          <a:prstGeom prst="roundRect">
            <a:avLst/>
          </a:prstGeom>
          <a:solidFill>
            <a:srgbClr val="1B2838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2592000"/>
            <a:ext cx="324000" cy="324000"/>
          </a:xfrm>
          <a:prstGeom prst="round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1B2A"/>
                </a:solidFill>
                <a:latin typeface="Noto Sans CJK JP"/>
                <a:ea typeface="Noto Sans CJK JP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2000" y="2556000"/>
            <a:ext cx="16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E0E0E0"/>
                </a:solidFill>
                <a:latin typeface="Noto Sans CJK JP"/>
                <a:ea typeface="Noto Sans CJK JP"/>
              </a:rPr>
              <a:t>{{step1_2}}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0000" y="2628000"/>
            <a:ext cx="14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0D4FF"/>
                </a:solidFill>
                <a:latin typeface="Noto Sans CJK JP"/>
                <a:ea typeface="Noto Sans CJK JP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4000" y="2592000"/>
            <a:ext cx="324000" cy="324000"/>
          </a:xfrm>
          <a:prstGeom prst="round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1B2A"/>
                </a:solidFill>
                <a:latin typeface="Noto Sans CJK JP"/>
                <a:ea typeface="Noto Sans CJK JP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0" y="2556000"/>
            <a:ext cx="16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E0E0E0"/>
                </a:solidFill>
                <a:latin typeface="Noto Sans CJK JP"/>
                <a:ea typeface="Noto Sans CJK JP"/>
              </a:rPr>
              <a:t>{{step2_2}}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8000" y="2628000"/>
            <a:ext cx="14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0D4FF"/>
                </a:solidFill>
                <a:latin typeface="Noto Sans CJK JP"/>
                <a:ea typeface="Noto Sans CJK JP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72000" y="2592000"/>
            <a:ext cx="324000" cy="324000"/>
          </a:xfrm>
          <a:prstGeom prst="round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1B2A"/>
                </a:solidFill>
                <a:latin typeface="Noto Sans CJK JP"/>
                <a:ea typeface="Noto Sans CJK JP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8000" y="2556000"/>
            <a:ext cx="16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E0E0E0"/>
                </a:solidFill>
                <a:latin typeface="Noto Sans CJK JP"/>
                <a:ea typeface="Noto Sans CJK JP"/>
              </a:rPr>
              <a:t>{{step3_2}}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96000" y="2628000"/>
            <a:ext cx="14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0D4FF"/>
                </a:solidFill>
                <a:latin typeface="Noto Sans CJK JP"/>
                <a:ea typeface="Noto Sans CJK JP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0000" y="2592000"/>
            <a:ext cx="324000" cy="324000"/>
          </a:xfrm>
          <a:prstGeom prst="round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1B2A"/>
                </a:solidFill>
                <a:latin typeface="Noto Sans CJK JP"/>
                <a:ea typeface="Noto Sans CJK JP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6000" y="2556000"/>
            <a:ext cx="1692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E0E0E0"/>
                </a:solidFill>
                <a:latin typeface="Noto Sans CJK JP"/>
                <a:ea typeface="Noto Sans CJK JP"/>
              </a:rPr>
              <a:t>{{step4_2}}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{{slide_no_2}}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378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80000"/>
            <a:ext cx="10692000" cy="378000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2880000"/>
            <a:ext cx="9108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Noto Sans CJK JP"/>
                <a:ea typeface="Noto Sans CJK JP"/>
              </a:rPr>
              <a:t>{{title_3}}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{{slide_no_3}}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504000"/>
            <a:ext cx="90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CJK JP"/>
                <a:ea typeface="Noto Sans CJK JP"/>
              </a:rPr>
              <a:t>{{title_4}}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224000"/>
            <a:ext cx="9396000" cy="5220000"/>
          </a:xfrm>
          <a:prstGeom prst="roundRect">
            <a:avLst/>
          </a:prstGeom>
          <a:solidFill>
            <a:srgbClr val="1B2838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584000"/>
            <a:ext cx="8820000" cy="4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600" b="0">
                <a:solidFill>
                  <a:srgbClr val="E0E0E0"/>
                </a:solidFill>
                <a:latin typeface="Noto Sans CJK JP"/>
                <a:ea typeface="Noto Sans CJK JP"/>
              </a:rPr>
              <a:t>{{body_4}}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{{slide_no_4}}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504000"/>
            <a:ext cx="90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CJK JP"/>
                <a:ea typeface="Noto Sans CJK JP"/>
              </a:rPr>
              <a:t>{{title_5}}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224000"/>
            <a:ext cx="9396000" cy="5220000"/>
          </a:xfrm>
          <a:prstGeom prst="roundRect">
            <a:avLst/>
          </a:prstGeom>
          <a:solidFill>
            <a:srgbClr val="1B2838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584000"/>
            <a:ext cx="8820000" cy="4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600" b="0">
                <a:solidFill>
                  <a:srgbClr val="E0E0E0"/>
                </a:solidFill>
                <a:latin typeface="Noto Sans CJK JP"/>
                <a:ea typeface="Noto Sans CJK JP"/>
              </a:rPr>
              <a:t>{{body_5}}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{{slide_no_5}}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378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80000"/>
            <a:ext cx="10692000" cy="378000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2880000"/>
            <a:ext cx="9108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Noto Sans CJK JP"/>
                <a:ea typeface="Noto Sans CJK JP"/>
              </a:rPr>
              <a:t>{{title_6}}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{{slide_no_6}}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504000"/>
            <a:ext cx="90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CJK JP"/>
                <a:ea typeface="Noto Sans CJK JP"/>
              </a:rPr>
              <a:t>{{title_7}}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224000"/>
            <a:ext cx="4536000" cy="5220000"/>
          </a:xfrm>
          <a:prstGeom prst="roundRect">
            <a:avLst/>
          </a:prstGeom>
          <a:solidFill>
            <a:srgbClr val="1B2838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000" y="1512000"/>
            <a:ext cx="4104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D4FF"/>
                </a:solidFill>
                <a:latin typeface="Noto Sans CJK JP"/>
                <a:ea typeface="Noto Sans CJK JP"/>
              </a:rPr>
              <a:t>{{left_title_7}}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2016000"/>
            <a:ext cx="4104000" cy="41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E0E0E0"/>
                </a:solidFill>
                <a:latin typeface="Noto Sans CJK JP"/>
                <a:ea typeface="Noto Sans CJK JP"/>
              </a:rPr>
              <a:t>{{left_body_7}}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08000" y="1224000"/>
            <a:ext cx="4536000" cy="5220000"/>
          </a:xfrm>
          <a:prstGeom prst="roundRect">
            <a:avLst/>
          </a:prstGeom>
          <a:solidFill>
            <a:srgbClr val="1B2838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24000" y="1512000"/>
            <a:ext cx="4104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D4FF"/>
                </a:solidFill>
                <a:latin typeface="Noto Sans CJK JP"/>
                <a:ea typeface="Noto Sans CJK JP"/>
              </a:rPr>
              <a:t>{{right_title_7}}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24000" y="2016000"/>
            <a:ext cx="4104000" cy="41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b="0">
                <a:solidFill>
                  <a:srgbClr val="E0E0E0"/>
                </a:solidFill>
                <a:latin typeface="Noto Sans CJK JP"/>
                <a:ea typeface="Noto Sans CJK JP"/>
              </a:rPr>
              <a:t>{{right_body_7}}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{{slide_no_7}}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504000"/>
            <a:ext cx="90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CJK JP"/>
                <a:ea typeface="Noto Sans CJK JP"/>
              </a:rPr>
              <a:t>{{title_8}}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224000"/>
            <a:ext cx="9396000" cy="5220000"/>
          </a:xfrm>
          <a:prstGeom prst="roundRect">
            <a:avLst/>
          </a:prstGeom>
          <a:solidFill>
            <a:srgbClr val="1B2838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584000"/>
            <a:ext cx="8820000" cy="4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600" b="0">
                <a:solidFill>
                  <a:srgbClr val="E0E0E0"/>
                </a:solidFill>
                <a:latin typeface="Noto Sans CJK JP"/>
                <a:ea typeface="Noto Sans CJK JP"/>
              </a:rPr>
              <a:t>{{body_8}}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{{slide_no_8}}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378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80000"/>
            <a:ext cx="10692000" cy="378000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2880000"/>
            <a:ext cx="9108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Noto Sans CJK JP"/>
                <a:ea typeface="Noto Sans CJK JP"/>
              </a:rPr>
              <a:t>{{title_9}}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{{slide_no_9}}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504000"/>
            <a:ext cx="90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CJK JP"/>
                <a:ea typeface="Noto Sans CJK JP"/>
              </a:rPr>
              <a:t>{{title_10}}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224000"/>
            <a:ext cx="9396000" cy="5220000"/>
          </a:xfrm>
          <a:prstGeom prst="roundRect">
            <a:avLst/>
          </a:prstGeom>
          <a:solidFill>
            <a:srgbClr val="1B2838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584000"/>
            <a:ext cx="8820000" cy="4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600" b="0">
                <a:solidFill>
                  <a:srgbClr val="E0E0E0"/>
                </a:solidFill>
                <a:latin typeface="Noto Sans CJK JP"/>
                <a:ea typeface="Noto Sans CJK JP"/>
              </a:rPr>
              <a:t>{{body_10}}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{{slide_no_10}}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504000"/>
            <a:ext cx="90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CJK JP"/>
                <a:ea typeface="Noto Sans CJK JP"/>
              </a:rPr>
              <a:t>{{title_11}}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224000"/>
            <a:ext cx="9396000" cy="5220000"/>
          </a:xfrm>
          <a:prstGeom prst="roundRect">
            <a:avLst/>
          </a:prstGeom>
          <a:solidFill>
            <a:srgbClr val="1B2838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584000"/>
            <a:ext cx="8820000" cy="4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600" b="0">
                <a:solidFill>
                  <a:srgbClr val="E0E0E0"/>
                </a:solidFill>
                <a:latin typeface="Noto Sans CJK JP"/>
                <a:ea typeface="Noto Sans CJK JP"/>
              </a:rPr>
              <a:t>{{body_11}}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{{slide_no_11}}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504000"/>
            <a:ext cx="90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CJK JP"/>
                <a:ea typeface="Noto Sans CJK JP"/>
              </a:rPr>
              <a:t>{{title_12}}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224000"/>
            <a:ext cx="9396000" cy="5220000"/>
          </a:xfrm>
          <a:prstGeom prst="roundRect">
            <a:avLst/>
          </a:prstGeom>
          <a:solidFill>
            <a:srgbClr val="1B2838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584000"/>
            <a:ext cx="8820000" cy="46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600" b="0">
                <a:solidFill>
                  <a:srgbClr val="E0E0E0"/>
                </a:solidFill>
                <a:latin typeface="Noto Sans CJK JP"/>
                <a:ea typeface="Noto Sans CJK JP"/>
              </a:rPr>
              <a:t>{{body_12}}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{{slide_no_12}}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92000" cy="720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504000"/>
            <a:ext cx="90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Noto Sans CJK JP"/>
                <a:ea typeface="Noto Sans CJK JP"/>
              </a:rPr>
              <a:t>{{title_13}}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000" y="1224000"/>
            <a:ext cx="9396000" cy="4320000"/>
          </a:xfrm>
          <a:prstGeom prst="roundRect">
            <a:avLst/>
          </a:prstGeom>
          <a:solidFill>
            <a:srgbClr val="1B2838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584000"/>
            <a:ext cx="8820000" cy="34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600" b="0">
                <a:solidFill>
                  <a:srgbClr val="E0E0E0"/>
                </a:solidFill>
                <a:latin typeface="Noto Sans CJK JP"/>
                <a:ea typeface="Noto Sans CJK JP"/>
              </a:rPr>
              <a:t>{{body_13}}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5760000"/>
            <a:ext cx="9396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39FF14"/>
                </a:solidFill>
                <a:latin typeface="Noto Sans CJK JP"/>
                <a:ea typeface="Noto Sans CJK JP"/>
              </a:rPr>
              <a:t>{{contact_13}} / {{organizer_13}}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8000" y="7128000"/>
            <a:ext cx="648000" cy="2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39FF14"/>
                </a:solidFill>
                <a:latin typeface="Noto Sans CJK JP"/>
                <a:ea typeface="Noto Sans CJK JP"/>
              </a:rPr>
              <a:t>{{slide_no_13}}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