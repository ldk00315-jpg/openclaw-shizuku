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432000"/>
            <a:ext cx="6696000" cy="1800000"/>
          </a:xfrm>
          <a:prstGeom prst="rect">
            <a:avLst/>
          </a:prstGeom>
          <a:solidFill>
            <a:srgbClr val="E8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JP"/>
              </a:rPr>
              <a:t>駒ヶ根AI実践シェア会（仮）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JP"/>
              </a:rPr>
              <a:t>成果より、まず「やってみた」を持ち寄る会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2000" y="2260800.0"/>
            <a:ext cx="6696000" cy="0.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32000" y="2289600"/>
            <a:ext cx="6696000" cy="198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433600"/>
            <a:ext cx="640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JP"/>
              </a:rPr>
              <a:t>こんな会です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" y="2433600"/>
            <a:ext cx="144000" cy="144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793600"/>
            <a:ext cx="6336000" cy="140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Noto Sans JP"/>
              </a:rPr>
              <a:t>AIに興味のある人が、いま試していること・うまくいったこと・つまずいていることを持ち寄って、互いに補い合う地域の勉強会です。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Noto Sans JP"/>
              </a:rPr>
              <a:t>初心者歓迎・途中経過歓迎・失敗共有歓迎。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Noto Sans JP"/>
              </a:rPr>
              <a:t>講師の一方通行ではなく、参加者同士の横のつながりを大切にします。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2000" y="4298400.0"/>
            <a:ext cx="6696000" cy="0.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2000" y="4327200"/>
            <a:ext cx="6696000" cy="1800000"/>
          </a:xfrm>
          <a:prstGeom prst="rect">
            <a:avLst/>
          </a:prstGeom>
          <a:solidFill>
            <a:srgbClr val="EA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44352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JP"/>
              </a:rPr>
              <a:t>初回のイメージ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000" y="48672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" y="4849200"/>
            <a:ext cx="124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Noto Sans JP"/>
              </a:rPr>
              <a:t>チェックイン（最近試したこと）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2400" y="4910400"/>
            <a:ext cx="43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JP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2000" y="48672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4000" y="4849200"/>
            <a:ext cx="124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Noto Sans JP"/>
              </a:rPr>
              <a:t>ミニ共有（1人3〜5分）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400" y="4910400"/>
            <a:ext cx="43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8000" y="48672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0000" y="4849200"/>
            <a:ext cx="124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Noto Sans JP"/>
              </a:rPr>
              <a:t>小グループで相談・情報交換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4400" y="4910400"/>
            <a:ext cx="43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JP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4000" y="48672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6000" y="4849200"/>
            <a:ext cx="124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Noto Sans JP"/>
              </a:rPr>
              <a:t>次回までの小さな実験を決める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156000.0"/>
            <a:ext cx="6696000" cy="0.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2000" y="6184800"/>
            <a:ext cx="6696000" cy="162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63288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JP"/>
              </a:rPr>
              <a:t>この会で目指すこと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688800"/>
            <a:ext cx="6480000" cy="10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6BB77B"/>
                </a:solidFill>
                <a:latin typeface="Noto Sans JP"/>
              </a:rPr>
              <a:t>● 地域内でAI活用の相談相手をつくる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6BB77B"/>
                </a:solidFill>
                <a:latin typeface="Noto Sans JP"/>
              </a:rPr>
              <a:t>● 一人で悩まず、実践を継続しやすくする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6BB77B"/>
                </a:solidFill>
                <a:latin typeface="Noto Sans JP"/>
              </a:rPr>
              <a:t>● 小さな取り組みを積み上げる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000" y="7833600.0"/>
            <a:ext cx="6696000" cy="0.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32000" y="7862400"/>
            <a:ext cx="6696000" cy="108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79704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JP"/>
              </a:rPr>
              <a:t>場のルール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8258400"/>
            <a:ext cx="64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E8823A"/>
                </a:solidFill>
                <a:latin typeface="Noto Sans JP"/>
              </a:rPr>
              <a:t>● 売り込み中心にしない（紹介はOK）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E8823A"/>
                </a:solidFill>
                <a:latin typeface="Noto Sans JP"/>
              </a:rPr>
              <a:t>● 相手のレベルを否定しない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E8823A"/>
                </a:solidFill>
                <a:latin typeface="Noto Sans JP"/>
              </a:rPr>
              <a:t>● 機密情報・個人情報は持ち込まない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E8823A"/>
                </a:solidFill>
                <a:latin typeface="Noto Sans JP"/>
              </a:rPr>
              <a:t>● 安心して話せる雰囲気を守る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2000" y="8971200.0"/>
            <a:ext cx="6696000" cy="0.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2000" y="9000000"/>
            <a:ext cx="6696000" cy="126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00" y="9180000"/>
            <a:ext cx="321408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Noto Sans JP"/>
              </a:rPr>
              <a:t>主催：八木</a:t>
            </a:r>
          </a:p>
          <a:p>
            <a:r>
              <a:rPr sz="900" b="0">
                <a:solidFill>
                  <a:srgbClr val="FFFFFF"/>
                </a:solidFill>
                <a:latin typeface="Noto Sans JP"/>
              </a:rPr>
              <a:t>協力：駒ヶ根商工会議所（予定）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920" y="9180000"/>
            <a:ext cx="294624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JP"/>
              </a:rPr>
              <a:t>日時・場所：初回調整中（駒ヶ根市内予定）</a:t>
            </a:r>
          </a:p>
          <a:p>
            <a:pPr algn="r"/>
            <a:r>
              <a:rPr sz="900" b="0">
                <a:solidFill>
                  <a:srgbClr val="FFFFFF"/>
                </a:solidFill>
                <a:latin typeface="Noto Sans JP"/>
              </a:rPr>
              <a:t>お問い合わせ：valuegarage@gmail.com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